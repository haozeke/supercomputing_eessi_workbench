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persurf.rgoswami.me/commands" TargetMode="External"/><Relationship Id="rId3" Type="http://schemas.openxmlformats.org/officeDocument/2006/relationships/hyperlink" Target="https://coursemgr.advisorssrcdemo.src.surf-hosted.nl/" TargetMode="External"/><Relationship Id="rId4" Type="http://schemas.openxmlformats.org/officeDocument/2006/relationships/hyperlink" Target="https://supersurf.rgoswami.me/setup" TargetMode="External"/><Relationship Id="rId5" Type="http://schemas.openxmlformats.org/officeDocument/2006/relationships/hyperlink" Target="https://supersurf.rgoswami.me/downloads/introduction-slides.zip" TargetMode="External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71500"/>
            <a:ext cx="1016000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3044"/>
                </a:solidFill>
                <a:latin typeface="Arial"/>
              </a:rPr>
              <a:t>Course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308100"/>
            <a:ext cx="10414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776"/>
                </a:solidFill>
                <a:latin typeface="Arial"/>
              </a:rPr>
              <a:t>Open the command page and keep it beside your editor.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68500"/>
            <a:ext cx="78740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044"/>
                </a:solidFill>
                <a:latin typeface="Arial"/>
              </a:rPr>
              <a:t>Copy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413000"/>
            <a:ext cx="8001000" cy="51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B6E6A"/>
                </a:solidFill>
                <a:latin typeface="Arial"/>
                <a:hlinkClick r:id="rId2"/>
              </a:rPr>
              <a:t>supersurf.rgoswami.me/commands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124200"/>
            <a:ext cx="8255000" cy="461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4"/>
                </a:solidFill>
                <a:latin typeface="Arial"/>
              </a:rPr>
              <a:t>Course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530600"/>
            <a:ext cx="8255000" cy="3930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B6E6A"/>
                </a:solidFill>
                <a:latin typeface="Arial"/>
                <a:hlinkClick r:id="rId3"/>
              </a:rPr>
              <a:t>coursemgr.advisorssrcdemo.src.surf-hosted.nl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114800"/>
            <a:ext cx="7874000" cy="461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4"/>
                </a:solidFill>
                <a:latin typeface="Arial"/>
              </a:rPr>
              <a:t>Setup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521200"/>
            <a:ext cx="8001000" cy="461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B6E6A"/>
                </a:solidFill>
                <a:latin typeface="Arial"/>
                <a:hlinkClick r:id="rId4"/>
              </a:rPr>
              <a:t>supersurf.rgoswami.me/setup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168900"/>
            <a:ext cx="8128000" cy="461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B6E6A"/>
                </a:solidFill>
                <a:latin typeface="Arial"/>
                <a:hlinkClick r:id="rId5"/>
              </a:rPr>
              <a:t>Download the presentation PDFs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400" y="1981200"/>
            <a:ext cx="1955800" cy="195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500" y="4114800"/>
            <a:ext cx="2286000" cy="37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776"/>
                </a:solidFill>
                <a:latin typeface="Arial"/>
              </a:rPr>
              <a:t>Scan for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197600"/>
            <a:ext cx="105410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776"/>
                </a:solidFill>
                <a:latin typeface="Arial"/>
              </a:rPr>
              <a:t>Use your own private account-setup link to choose your password.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71500"/>
            <a:ext cx="10414000" cy="78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3044"/>
                </a:solidFill>
                <a:latin typeface="Arial"/>
              </a:rPr>
              <a:t>Jobs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308100"/>
            <a:ext cx="10668000" cy="4273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26776"/>
                </a:solidFill>
                <a:latin typeface="Arial"/>
              </a:rPr>
              <a:t>Create the directory before submitting. Keep the printed job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68500"/>
            <a:ext cx="10795000" cy="1987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3044"/>
                </a:solidFill>
                <a:latin typeface="Courier New"/>
              </a:rPr>
              <a:t>mkdir -p logs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3044"/>
                </a:solidFill>
                <a:latin typeface="Courier New"/>
              </a:rPr>
              <a:t>sbatch --partition=rome --cpus-per-task=1 \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3044"/>
                </a:solidFill>
                <a:latin typeface="Courier New"/>
              </a:rPr>
              <a:t>  --job-name=python-check \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3044"/>
                </a:solidFill>
                <a:latin typeface="Courier New"/>
              </a:rPr>
              <a:t>  --output='logs/%x-%j.out' \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23044"/>
                </a:solidFill>
                <a:latin typeface="Courier New"/>
              </a:rPr>
              <a:t>  --error='logs/%x-%j.err' python.sh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64000"/>
            <a:ext cx="10668000" cy="4273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23044"/>
                </a:solidFill>
                <a:latin typeface="Arial"/>
              </a:rPr>
              <a:t>%x = job name    %j = job ID    %A_%a = array job and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673600"/>
            <a:ext cx="10668000" cy="1078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23044"/>
                </a:solidFill>
                <a:latin typeface="Courier New"/>
              </a:rPr>
              <a:t>squeue --me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23044"/>
                </a:solidFill>
                <a:latin typeface="Courier New"/>
              </a:rPr>
              <a:t>sacct -j JOBID --format=JobID,State,ExitCode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23044"/>
                </a:solidFill>
                <a:latin typeface="Courier New"/>
              </a:rPr>
              <a:t>seff JOBID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197600"/>
            <a:ext cx="10795000" cy="358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776"/>
                </a:solidFill>
                <a:latin typeface="Arial"/>
              </a:rPr>
              <a:t>Choose 1 core for VS Code. Stop its session when finished. No email notifications.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links and Slurm tips</dc:title>
  <dc:subject/>
  <dc:creator>SURF course materials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